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4572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6366F1"/>
                </a:solidFill>
              </a:rPr>
              <a:t>DIAGNÓSTICO NPS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Driver Publicaciones Seller Dev — Centro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Comparativo Semanal: 06–12/abr  →  13–19/abr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Análise de variação por processo  |  Deep dive qualitativo: comentários + transcrições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60520"/>
            <a:ext cx="50292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Gerado em 20/04/2026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Publicaciones Seller Dev — Resultado Consolidado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3891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06–12/abr  →  13–19/abr  |  Centro BR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2560320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786384"/>
            <a:ext cx="24140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NPS S2 (06–12/abr)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24140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65.54%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731520"/>
            <a:ext cx="2560320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786384"/>
            <a:ext cx="24140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NPS S1 (13–19/abr)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969264"/>
            <a:ext cx="24140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63.54%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731520"/>
            <a:ext cx="2560320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33872" y="786384"/>
            <a:ext cx="24140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Variação (pp)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969264"/>
            <a:ext cx="24140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-2.00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1298448"/>
            <a:ext cx="24140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▼ queda na semana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731520"/>
            <a:ext cx="3383280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786384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Volume 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969264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587 surveys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1298448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↓ 182 vs S2 (769)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74519"/>
            <a:ext cx="1161288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Variação por Processo — Publicaciones Seller Dev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3891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06–12/abr  →  13–19/abr  |  Centro BR  |  Ordenado por impacto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928116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" y="822959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Processo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38144" y="822959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NPS S2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1143" y="822959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NPS 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24143" y="822959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VAR (pp)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3" y="822959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Surveys 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1583" y="822959"/>
            <a:ext cx="14173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Impacto Driver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97280"/>
            <a:ext cx="9281160" cy="34747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17957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Afiliados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179576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72.68%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3" y="1179576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62.32%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4143" y="1179576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</a:rPr>
              <a:t>-10.36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143" y="1179576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284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3" y="1179576"/>
            <a:ext cx="14173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</a:rPr>
              <a:t>-5.38 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444752"/>
            <a:ext cx="9281160" cy="3474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152704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Gestión de Publicación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8144" y="1527048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62.50%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3" y="1527048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47.37%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24143" y="1527048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</a:rPr>
              <a:t>-15.13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7143" y="1527048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57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1583" y="1527048"/>
            <a:ext cx="14173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</a:rPr>
              <a:t>-1.55 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792224"/>
            <a:ext cx="9281160" cy="34747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" y="1874519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 - Artículos prohibidos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38144" y="1874519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64.10%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3" y="1874519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44.83%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24143" y="1874519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</a:rPr>
              <a:t>-19.27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67143" y="1874519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1583" y="1874519"/>
            <a:ext cx="14173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</a:rPr>
              <a:t>-0.98 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139696"/>
            <a:ext cx="9281160" cy="3474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" y="2221991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 - Técnica prohibida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38144" y="2221991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75.81%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3" y="2221991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62.96%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24143" y="2221991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</a:rPr>
              <a:t>-12.85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7143" y="2221991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54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01583" y="2221991"/>
            <a:ext cx="14173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</a:rPr>
              <a:t>-0.92 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487168"/>
            <a:ext cx="9281160" cy="34747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" y="2569463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Denuncia de usuario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38144" y="2569463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63.64%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81143" y="2569463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75.00%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24143" y="2569463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2C55E"/>
                </a:solidFill>
              </a:rPr>
              <a:t>+11.36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67143" y="2569463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01583" y="2569463"/>
            <a:ext cx="14173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2C55E"/>
                </a:solidFill>
              </a:rPr>
              <a:t>+0.34 pp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834640"/>
            <a:ext cx="9281160" cy="3474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" y="291693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 - Propiedad intelectual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8144" y="2916936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52.54%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81143" y="2916936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70.59%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24143" y="2916936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2C55E"/>
                </a:solidFill>
              </a:rPr>
              <a:t>+18.05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67143" y="2916936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51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01583" y="2916936"/>
            <a:ext cx="14173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2C55E"/>
                </a:solidFill>
              </a:rPr>
              <a:t>+1.25 pp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182112"/>
            <a:ext cx="9281160" cy="34747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" y="326440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Antes de publicar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38144" y="3264408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64.29%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81143" y="3264408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82.00%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24143" y="3264408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2C55E"/>
                </a:solidFill>
              </a:rPr>
              <a:t>+17.71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67143" y="3264408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01583" y="3264408"/>
            <a:ext cx="14173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2C55E"/>
                </a:solidFill>
              </a:rPr>
              <a:t>+1.27 pp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3529584"/>
            <a:ext cx="9281160" cy="3474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9184" y="3611879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Potenciar Ventas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38144" y="3611879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42.31%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81143" y="3611879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69.77%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24143" y="3611879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2C55E"/>
                </a:solidFill>
              </a:rPr>
              <a:t>+27.46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67143" y="3611879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43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01583" y="3611879"/>
            <a:ext cx="14173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2C55E"/>
                </a:solidFill>
              </a:rPr>
              <a:t>+1.73 pp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" y="398678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* Impacto = contribuição de cada processo na variação total do driver (MIX + NETO). Processos com volume &lt; 5 surveys excluídos.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Deep Dive — Afiliados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891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</a:rPr>
              <a:t>Processo de maior impacto negativo no driver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2011680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804671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NPS S2 (06–12/abr)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987552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72,68%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749808"/>
            <a:ext cx="2011680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804671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NPS S1 (13–19/abr)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987552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62,32%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1316736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▼ -10,36 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749808"/>
            <a:ext cx="2011680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804671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Impacto no Driver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987552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-5,38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316736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80% da queda 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749808"/>
            <a:ext cx="2011680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804671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Detratores S1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987552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43 de 284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1316736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15,1% taxa det.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749808"/>
            <a:ext cx="2834640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5712" y="804671"/>
            <a:ext cx="2688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Volume S1 vs S2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987552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284 → 388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1316736"/>
            <a:ext cx="2688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</a:rPr>
              <a:t>↓ 104 surveys (-26,8%)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3200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74320" y="52120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⚡ DIAGNÓSTICO: Afiliados ML concentra 48% do volume do driver e registrou queda de 10,36 pp. Principal driver da retração semanal de -2,00 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Temas de Detração — Afiliados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389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Análise de comentários livres de detratores (NPS 0–6)  |  Semana 13–19/abr  |  amostra 85 comentários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486400" cy="2834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777240"/>
            <a:ext cx="5943600" cy="12618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777240"/>
            <a:ext cx="54864" cy="12618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868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Comissão não creditada — 62% das citações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24712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Vendas realizadas via link mas comissão cancelada/não
computada. Regra de "auto-oferta" descobre-se só
ao perder a comissão.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167128"/>
            <a:ext cx="5943600" cy="12618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2167128"/>
            <a:ext cx="54864" cy="12618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2585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Atendimento sem solução — 28% das citações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514600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Múltiplos atendentes sem capacidade de resolver.
Nenhum desbloqueio de conta, nenhuma reversão
de comissão, nenhum encaminhamento eficaz.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557016"/>
            <a:ext cx="5943600" cy="12618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3557016"/>
            <a:ext cx="54864" cy="12618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64845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Regras confusas — 22% das citações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904488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Link de 24h, restrição de venda para familiares/
conhecidos, não pode usar WhatsApp individual.
Comunicação do programa insuficiente.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4946904"/>
            <a:ext cx="5943600" cy="126187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4946904"/>
            <a:ext cx="54864" cy="12618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503834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Qualidade do atendimento — 8% das citações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294376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Ligação caiu, silêncios longos, rep sem fone no mudo,
transferência prometida que não ocorreu.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* Percentuais baseados em frequência de menção nos comentários livres. Um comentário pode citar múltiplos temas.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Análise de Transcrições — Padrões de Atendimento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389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Cruzamento comentários × transcrições USER-REP  |  Afiliados ML  |  Semana 13–19/abr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</a:rPr>
              <a:t>🔍 Achados nas Transcrições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1430000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075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43000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Afiliados suspensos por "auto-oferta" descobrem a regra apenas ao serem punidos — não há alerta preventivo.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39112"/>
            <a:ext cx="11430000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951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3055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REPs explicam as regras corretamente mas não têm autonomia para reverter bloqueios ou recrédito de comissão.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26664"/>
            <a:ext cx="11430000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28269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18104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Canal e-mail: cliente enviou informações 3x; cada REP pediu as mesmas informações novamente (sem acesso ao histórico).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14216"/>
            <a:ext cx="11430000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27024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05656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Ligações C2C com silêncio prolongado (até 345s) e quedas recorrentes — impacto direto na percepção de qualidade.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001768"/>
            <a:ext cx="11430000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2578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93208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Regra de auto-oferta (venda para pessoas vinculadas) é o principal trigger de insatisfação: afeta afiliados que divulgam para família/amigos.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Diagnóstico — Causa Raiz da Queda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3891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</a:rPr>
              <a:t>Afiliados ML  |  -10,36 pp  |  Semana 13–19/abr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3749039" cy="34747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3749039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8686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Sistêmico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1704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Regras de comissionamento
(auto-oferta, link 24h)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19072"/>
            <a:ext cx="34747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Afiliados desconhecem restrições até perder a comissão.
Onboarding não esclarece casos de inelegibilidade.
Descoberta tardia = frustração e percepção de enganação.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749808"/>
            <a:ext cx="3749039" cy="34747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749808"/>
            <a:ext cx="3749039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8686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</a:rPr>
              <a:t>Operacional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704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Atendimento sem autonomia
resolutiva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19072"/>
            <a:ext cx="34747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REPs explicam as regras mas não podem reverter bloqueios
nem recrédito de comissões. Cada contato gera nova frustração
sem avançar na resolução do problema real.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749808"/>
            <a:ext cx="3749039" cy="34747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749808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8686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Experiência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1704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Produto percebido como
"propaganda enganosa"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719072"/>
            <a:ext cx="34747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Afiliados que trabalham para divulgar o ML e não recebem
comissão migram para outras plataformas e geram NPS 0.
Perda de canal orgânico de aquisição de clientes.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37083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</a:rPr>
              <a:t>📌 CONCLUSÃO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09160"/>
            <a:ext cx="11612880" cy="166420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00600"/>
            <a:ext cx="11247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A queda de -10,36 pp em Afiliados ML é estrutural, não pontual. O funil de problemas começa antes do atendimento:
afiliados chegam ao CX já insatisfeitos pois o produto (programa de afiliados) não entregou o prometido. O atendimento
amplifica a insatisfação ao não ter capacidade de resolver. Ação imediata deve focar em comunicação preventiva das regras
e criação de fluxo com autonomia resolutiva para REPs que atendem este processo.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Recomendações Acionáveis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389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Afiliados ML — Publicaciones Seller Dev  |  Priorizadas por criticidade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5577840" cy="2834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55778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41247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</a:rPr>
              <a:t>  CRÍTICO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69848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Comunicação proativa das regras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408176"/>
            <a:ext cx="53949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Enviar alertas preventivos a afiliados próximos do limiar de auto-oferta antes de
bloqueio. Melhorar onboarding com regras de elegibilidade em linguagem simples.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749808"/>
            <a:ext cx="5852160" cy="2834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749808"/>
            <a:ext cx="58521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841247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97316"/>
                </a:solidFill>
              </a:rPr>
              <a:t>  ALTO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106984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Fluxo dedicado Afiliados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1408176"/>
            <a:ext cx="5669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Criar fila específica com REPs treinados e autonomia para reverter comissões
indevidas e desbloquear contas em casos elegíveis, com SLA de 48h.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03320"/>
            <a:ext cx="5577840" cy="2834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703320"/>
            <a:ext cx="5577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794759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9E0B"/>
                </a:solidFill>
              </a:rPr>
              <a:t>  MÉDIO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023359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Rever duração do link (24h)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361688"/>
            <a:ext cx="53949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Link de 24h inviabiliza estratégia de divulgação orgânica (posts, reels, stories).
Avaliar extensão para 7–30 dias alinhado com a política de fraude.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703320"/>
            <a:ext cx="5852160" cy="2834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3703320"/>
            <a:ext cx="5852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4768" y="3794759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9E0B"/>
                </a:solidFill>
              </a:rPr>
              <a:t>  MÉDIO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4023359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Histórico unificado no e-mail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4361688"/>
            <a:ext cx="5669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REPs sem acesso ao histórico de contatos anteriores geram retrabalho e percepção
de descaso. Integrar CRM ao canal e-mail para continuidade de atendimento.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